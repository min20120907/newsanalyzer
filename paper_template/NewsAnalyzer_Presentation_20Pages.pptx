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914400"/>
            <a:ext cx="3840480" cy="34747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ACADEMIC PRESENTATION · UBI-MEDIA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NewsAnalyzer: 基於事實查核大盤普查與</a:t>
            </a:r>
            <a:br/>
            <a:r>
              <a:t>多維度 Metadata 融合的即時假新聞防護體系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Real-Time Fake News Detection via Macro Fact-Checking Census &amp; Multi-Signal Metadata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t>📊 2,292 筆真實查核大盤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t>⚡ 1.48 ms 極速檢索通道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t>🔒 100% 本地端隱私保障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31936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t>🎯 95.3% 實證查核準確率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18001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報告人：林倉裕 (Tsangyu Lin)¹ · 指導教授：惠霖 (Hui Lin)¹* · 共同作者：陳聖智 (Sheng-Chih Chen)²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¹ 淡江大學 資訊工程學系所 Intelligent Computing Lab ｜ ² 國立政治大學 National Chengchi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研究核心總覽：從「語言模型暴力盲猜」到「大盤實證普查」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t>95.3%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事實查核準確率 (Accuracy)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5折交叉驗證 F1達 0.974，遠勝純 LLM (78.4%)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t>1.48 ms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事實查核快速通道延遲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SBERT 向量檢索，達成點擊即時無感回傳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t>0 Byte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使用者瀏覽資料外洩量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全端點本地運算，兼顧隱私與 GDPR 規範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76672" cy="33375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t>❌ 傳統純 LLM 暴力判斷的致命盲區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【時效盲區】模型權重凍結，對昨日剛爆發的在地新謠言一無所知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【文風受騙】生成式 AI 偽裝權威語調，純 LLM 極易因語氣客觀而誤判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【缺乏證據鏈】無法提供可溯源的查核機構依據，甚至產生幻覺引用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【延遲與隱私】每次查核需 5~10 秒，且將私密瀏覽軌跡上傳雲端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54680"/>
            <a:ext cx="5376672" cy="3337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✅ NewsAnalyzer 多訊號大盤普查解法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【事實查核普查大盤】整合 Cofacts 2,292 筆 IFCN 認證真實查核庫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【多維 Metadata 矩陣】網域黑名單、情緒激化指標、時效衰減懲罰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【非對稱安全錨定】已知謠言強制評分上限 (S ≤ 25)，杜絕模型翻案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t>▸ 【本地輔助觀點萃取】Gemma-4-12B 專司觀點提煉，100% 隱私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RESEARCH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研究背景：繁體中文社交圈的資訊傳播特性與假新聞生態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t>📱 封閉與半封閉資訊流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高黏著度社群載體：LINE 長輩群組、Facebook 動態牆、Threads 演算法推播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視覺排版同質化：正派新聞報導、未證實健康謠言與內容農場外觀難以肉眼區分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病毒式擴散極速：單一假訊息數小時內轉傳破萬次，傳統人工闢謠嚴重滯後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5257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⚠️ 假訊息型態特徵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偽科學健康養生：假借權威名義、誇大療效，針對特定中老年族群精準投放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時事政治深偽：擷取部分真實事實穿插扭曲評論，製造社會恐慌與對立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內容農場誘餌：誇張標題黨搭配未加密 HTTP 網域，賺取廣告流量收益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🌐 在地化語言壁壘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台灣在地口語與 slang：諧音梗、在地成語、特定生活與政治詞彙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歐美模型水土不服：直接使用西方 English-centric 模型導致語意嚴重偏移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t>▸ 繁簡跨域無法通用：中國簡體語料事實庫無法涵蓋台灣在地民生議題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痛點解構：為什麼「純 LLM 暴力判斷」在事實查核中必定崩潰？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1. 時效性盲區 (Temporal Blindness)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LLM 的參數權重存在固定的訓練知識截止期 (Knowledge Cutoff)。社群上的假訊息往往是「今天早上」剛編造出的即時謠言，未聯網或純提示詞驅動的 LLM 只能靠舊知識瞎猜，完全無法辨別最新闢謠事件。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2. 文風欺騙性 (Stylistic Deception)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現代生成式 AI 能輕易模仿「權威新聞通訊社」的客觀語調。LLM 本質是機率語言模型，當謠言文字結構嚴謹、語氣理性時，純 LLM 會因為其「流暢度與合乎語法」而給出高可信度評分，產生嚴重假陰性。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3. 缺乏證據鏈 (No Auditable Provenance)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純 LLM 給出判決時，無法提供國際事實查核網絡 (IFCN) 認證的真實調查檔案連結。當使用者追問依據時，模型甚至會捏造不存在的專家發言與法規條文（幻覺），嚴重破壞查核工具的公信力。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4. 延遲懲罰與隱私外洩 (Latency &amp; Privacy)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將使用者的即時動態瀏覽內容發送到雲端商業 API（如 GPT-4o），單次請求需 5~10 秒，徹底中斷使用者的瀏覽體驗；同時，將使用者的私密社群 Feed 暴露給第三方伺服器，構成嚴重的隱私外洩風險。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COMPETING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現有事實查核技術範式評估：為什麼既有方法均無法勝任？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06040" cy="3977639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t>① 多數類別基準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Majority Prior</a:t>
            </a:r>
          </a:p>
          <a:p>
            <a:pPr>
              <a:spcBef>
                <a:spcPts val="600"/>
              </a:spcBef>
              <a:defRPr sz="1400" b="1">
                <a:solidFill>
                  <a:srgbClr val="475569"/>
                </a:solidFill>
              </a:defRPr>
            </a:pPr>
            <a:r>
              <a:t>🎯 基準準確率: 88.4%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查核資料庫天然不平衡 (2,025假 / 267真)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無腦猜假即可得 88.4% 準確率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致命缺陷：毫無鑑別力，將真新聞全數誤殺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234440"/>
            <a:ext cx="2606040" cy="3977639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② 傳統特徵分類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Surface NLP (TF-IDF)</a:t>
            </a:r>
          </a:p>
          <a:p>
            <a:pPr>
              <a:spcBef>
                <a:spcPts val="600"/>
              </a:spcBef>
              <a:defRPr sz="1400" b="1">
                <a:solidFill>
                  <a:srgbClr val="D97706"/>
                </a:solidFill>
              </a:defRPr>
            </a:pPr>
            <a:r>
              <a:t>🎯 基準準確率: 86.2%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基於詞頻、情緒字典與機器學習分類器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依賴表面字詞特徵 (N-gram)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致命缺陷：極易被同義詞替換與結構改寫破壞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234440"/>
            <a:ext cx="2606040" cy="3977639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3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123C"/>
                </a:solidFill>
              </a:defRPr>
            </a:pPr>
            <a:r>
              <a:t>③ 純網域信譽標記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NewsGuard Heuristics</a:t>
            </a:r>
          </a:p>
          <a:p>
            <a:pPr>
              <a:spcBef>
                <a:spcPts val="600"/>
              </a:spcBef>
              <a:defRPr sz="1400" b="1">
                <a:solidFill>
                  <a:srgbClr val="BE123C"/>
                </a:solidFill>
              </a:defRPr>
            </a:pPr>
            <a:r>
              <a:t>🎯 基準準確率: 52.1%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針對網站 Hostname 評定白名單/黑名單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僅適用於獨立內容農場網站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致命缺陷：在 FB/LINE 等同網域社群完全失效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234440"/>
            <a:ext cx="2606040" cy="3977639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④ 純 Zero-Shot LLM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Prompt-Only LLM</a:t>
            </a:r>
          </a:p>
          <a:p>
            <a:pPr>
              <a:spcBef>
                <a:spcPts val="600"/>
              </a:spcBef>
              <a:defRPr sz="1400" b="1">
                <a:solidFill>
                  <a:srgbClr val="0369A1"/>
                </a:solidFill>
              </a:defRPr>
            </a:pPr>
            <a:r>
              <a:t>🎯 基準準確率: 78.4%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直接詢問大語言模型「這篇文章是真的嗎」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單純依賴預訓練內化參數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▸ 致命缺陷：幻覺頻繁、缺乏在地查核依據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94415" cy="1143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38BDF8"/>
                </a:solidFill>
              </a:defRPr>
            </a:pPr>
            <a:r>
              <a:t>📌 範式評估總結：社群動態內容需要「事實查核大盤」與「Metadata 融合」的複合新體系</a:t>
            </a:r>
          </a:p>
          <a:p>
            <a:pPr>
              <a:spcBef>
                <a:spcPts val="300"/>
              </a:spcBef>
              <a:defRPr sz="1250">
                <a:solidFill>
                  <a:srgbClr val="E2E8F0"/>
                </a:solidFill>
              </a:defRPr>
            </a:pPr>
            <a:r>
              <a:t>既有靜態網域與表面特徵模型無法處理複雜社交語境，而純 LLM 又受限於時效截止與幻覺；必須結合「大盤實證普查 (Cofacts)」與「多維非文本特徵」，才能達成 95.3% 高準確率與 1.48 ms 即時防禦。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核心設計哲學：以實證普查為地基，兼顧端點隱私與極致效能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1. 實證優先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Evidence-First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拒絕無依據的生成式臆測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將已知事實查核數據庫視為最高法庭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命中查核庫時，直接引用 IFCN 認證報告作為權威證據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D9488"/>
                </a:solidFill>
              </a:defRPr>
            </a:pPr>
            <a:r>
              <a:t>2. 多維 Metadata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Multi-Signal Fusion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跳脫純文本內容的單一維度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綜合網域黑名單、情緒激化指數、時效衰減因子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多重特徵交叉驗證，補足未收錄文章的判斷力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3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11D48"/>
                </a:solidFill>
              </a:defRPr>
            </a:pPr>
            <a:r>
              <a:t>3. 非對稱安全錨定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Safety Clamping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防範 LLM 被流暢假新聞欺騙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當比對為已知謠言時，強制鎖定評分上限 (S ≤ 25)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確保模型絕不可能為已證實的假訊息翻案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10B981"/>
                </a:solidFill>
              </a:defRPr>
            </a:pPr>
            <a:r>
              <a:t>4. 零外洩端點隱私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 Data Egress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100% 本地化運算架構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SBERT CPU 向量檢索 (1.48 ms) + 本地 Gemma 顯卡加速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t>▸ 瀏覽記錄與社群貼文絕不離開本機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系統整體架構：三層協同架構 (Client · Gateway · Dual Cores)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94415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🟢 Tier 1: Client Tier — Chrome Extension (Manifest V3)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▸ DOM MutationObserver：輕量化監聽社群動態牆更新 (Facebook / LINE Web)，滾動載入時自動攔截文章容器</a:t>
            </a:r>
            <a:br/>
            <a:r>
              <a:t>▸ 懸浮可互動徽章 UI：在貼文旁即時注入可信度指示燈 (紅/黃/綠)；點擊即時展開闢謠依據與觀點分析</a:t>
            </a:r>
            <a:br/>
            <a:r>
              <a:t>▸ 嚴格本地傳輸：所有請求均透過 localhost:5000 傳輸，無任何第三方外部流量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11094415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821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🔵 Tier 2: Gateway Tier — Flask Multi-Signal Fusion Engine (POST /judge)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▸ 多維 Metadata 評分矩陣：網域黑名單懲罰、情緒激化指標計算、時效性衰減加權</a:t>
            </a:r>
            <a:br/>
            <a:r>
              <a:t>▸ 動態權重融合調度：依據查核庫命中狀態動態調整實證與模型權重 (w_fusion = 0.10 vs 0.60)</a:t>
            </a:r>
            <a:br/>
            <a:r>
              <a:t>▸ 非對稱安全錨定鉗位：嚴格限制已知謠言評分上限 (S ≤ 25)，徹底杜絕 LLM 誤判翻案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5376672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10912"/>
            <a:ext cx="4919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⚡ Tier 3A: 事實查核普查檢索 (CPU)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▸ SBERT MiniLM-L12 (384 維稠密向量)</a:t>
            </a:r>
            <a:br/>
            <a:r>
              <a:t>▸ Cofacts 2,292 筆真實查核庫</a:t>
            </a:r>
            <a:br/>
            <a:r>
              <a:t>▸ 1.48 ms 極速檢索，零顯存佔用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376672" cy="16002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10912"/>
            <a:ext cx="4919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🧠 Tier 3B: 本地輔助觀點萃取 (GPU)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▸ Gemma-4-12B (Q4_K_M 量化)</a:t>
            </a:r>
            <a:br/>
            <a:r>
              <a:t>▸ format:json 文法約束，100% 解析成功率</a:t>
            </a:r>
            <a:br/>
            <a:r>
              <a:t>▸ 專司觀點提煉與未命中時的輔助分析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MACRO FACT-CHECK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核心模組一：事實查核大盤普查建構與在地化資料庫整合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t>2,292 筆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有效事實查核紀錄總量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經過字元長度過濾 (&gt;40字元) 之高品質庫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t>IFCN 認證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國際事實查核網絡標準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台灣事實查核中心 (TFC) 與 MyGoPen 交叉驗證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t>99.9%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真實查詢 Top-1 資料庫召回率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對應原句在無擾動下近乎完美精準定位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63240"/>
          <a:ext cx="1109441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645920"/>
                <a:gridCol w="478505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標籤類別 (Ground Truth Label)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紀錄筆數 (Count)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佔比 (Percentage)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社群語料特徵說明與代表案例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不實假訊息 (inaccurate / false)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1,817 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79.3%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誇大養生偏方、政治深偽剪輯、偽造公文詐騙文章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部分不實 / 爭議 (partial)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208 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真實新聞穿插斷章取義之個人評論、時空背景錯置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真實新聞報導 (accurate / real)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267 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經查核機構背書之正規調查報導與官方澄清公告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總計有效查核語料庫 (Total)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2,292 筆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涵蓋 2020-2026 年台灣 LINE/FB 高傳播度社群闢謠資料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SEMANTIC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毫秒級 SBERT 語意檢索：CPU-Resident 架構與動態閾值決策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t>🧠 向量空間建模與運算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模型架構：多語言 Sentence-BERT (MiniLM-L12)，輸出 384 維稠密語意向量 (q ∈ ℝ³⁸⁴)。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CPU-Resident 獨立部署：向量編碼與相似度計算全數於 Host CPU 執行，與 GPU LLM 運算完全解耦，零顯存競爭。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靜態矩陣映射：預先將 2,292 筆查核向量編譯為壓縮矩陣 (sbert_index.npz, 2292×384)，開機 instant 記憶體映射載入。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49194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📐 Cosine 語意相似度計算公式</a:t>
            </a:r>
          </a:p>
        </p:txBody>
      </p:sp>
      <p:pic>
        <p:nvPicPr>
          <p:cNvPr id="9" name="Picture 8" descr="eq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4617720"/>
            <a:ext cx="4114800" cy="10789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🎯 決策閾值與快速通道機制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雙層過濾策略：</a:t>
            </a:r>
            <a:br/>
            <a:r>
              <a:t>  - 粗篩 (Pre-filter): 0.50 快速取出 Top-5 候選人</a:t>
            </a:r>
            <a:br/>
            <a:r>
              <a:t>  - 精選 (Decision Threshold): θ_sim = 0.72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黃金平衡點 θ_sim = 0.72：</a:t>
            </a:r>
            <a:br/>
            <a:r>
              <a:t>  - 覆蓋率 (Coverage): 55.2% 查詢可直接由查核庫秒級裁定</a:t>
            </a:r>
            <a:br/>
            <a:r>
              <a:t>  - 查核準確率 (Accuracy): 達到 95.3%，F1-Score 達 0.974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⚡ 1.48 ms 極速通道 (Fast-Path)：</a:t>
            </a:r>
            <a:br/>
            <a:r>
              <a:t>  當 sim ≥ 0.72 時，直接命中事實依據並回傳，不需調用耗時的 LLM 生成，達成無感即時響應！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抗同義改寫韌性：在 40% 同義詞替換下仍維持 95.4% 準確率。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METADATA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核心模組二：多維度 Metadata 評分矩陣與非文本特徵提取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25146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369A1"/>
                </a:solidFill>
              </a:defRPr>
            </a:pPr>
            <a:r>
              <a:t>1. 網域信譽與黑名單 (M_dom)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▸ 內建在地化內容農場黑名單 (Content Farm Blacklist)</a:t>
            </a:r>
            <a:br/>
            <a:r>
              <a:t>▸ 權威新聞機構白名單加分機制</a:t>
            </a:r>
            <a:br/>
            <a:r>
              <a:t>▸ 未加密 HTTP 協定與可疑子網域扣分懲罰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766E"/>
                </a:solidFill>
              </a:defRPr>
            </a:pPr>
            <a:r>
              <a:t>2. 情緒激化與標題黨指標 (M_sent)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▸ 蒸餾情緒分類模型 (DistilBERT) 即時量測文章情緒極性</a:t>
            </a:r>
            <a:br/>
            <a:r>
              <a:t>▸ 偵測「震驚、必看、趕快轉發、醫師隱瞞」等煽動性字眼</a:t>
            </a:r>
            <a:br/>
            <a:r>
              <a:t>▸ 評估標題與內文的情感張力，抑制誘導點擊之假新聞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376672" cy="2514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D97706"/>
                </a:solidFill>
              </a:defRPr>
            </a:pPr>
            <a:r>
              <a:t>3. 時效性衰減懲罰 (M_time)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▸ 針對社群上常見「多年前舊謠言重新包裝轉傳」之現象</a:t>
            </a:r>
            <a:br/>
            <a:r>
              <a:t>▸ 引入時間指數衰減模型 (Exponential Temporal Decay)</a:t>
            </a:r>
            <a:br/>
            <a:r>
              <a:t>▸ 舊有未證實或缺乏近期佐證之時效性事件自動加重扣分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59669"/>
                </a:solidFill>
              </a:defRPr>
            </a:pPr>
            <a:r>
              <a:t>4. 群眾協作回報訊號 (M_crowd)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▸ 整合社群回報頻率與爭議度指標</a:t>
            </a:r>
            <a:br/>
            <a:r>
              <a:t>▸ 多位查核員對同一主題之共識度 (Consensus Ratio)</a:t>
            </a:r>
            <a:br/>
            <a:r>
              <a:t>▸ 計算基礎規則分數 S_base ∈ [0, 100]，提供堅實的多特徵地基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DYNAMIC EVIDENCE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動態權重融合機制：實證導向與動態自適應加權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📐 動態融合數學模型 (Mathematical Formulation)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9194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2167128"/>
            <a:ext cx="4389120" cy="283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26080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t>📊 自適應權重分派函數 (Adaptive Weight Function)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491947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84448"/>
            <a:ext cx="4114800" cy="87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46320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▸ S_base 整合網域黑名單、情緒激化與時效衰減</a:t>
            </a:r>
            <a:br/>
            <a:r>
              <a:t>▸ 查核庫有實證時以實證為主導 (90%)，杜絕純模型誤判！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🎯 情境 A: 查核大盤命中 (fc_hit = True)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動態權重設定：w_fusion = 0.10 (LLM 僅佔 10%)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核心邏輯：既然已存在 IFCN 權威事實查核報告，系統以「真實實證」為主導 (佔比 90%)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優勢：避免模型自由發揮而產生反向誤判，確保權威證據鏈絕對優先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🔍 情境 B: 查核庫未收錄 (fc_hit = False)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動態權重設定：w_fusion = 0.60 (LLM 提昇至 60%)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核心邏輯：面對全新未收錄的新聞，調用本地 Gemma-4 進行深度語意邏輯分析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t>▸ 安全底線：仍保留 40% Metadata (網域黑名單、情緒) 作為規則防線，防止純模型被騙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ASYMMETRIC SAFETY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非對稱安全錨定：強制分數鉗位，杜絕模型假陰性漏報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🛡️ 非對稱安全錨定數學模型</a:t>
            </a:r>
          </a:p>
          <a:p>
            <a:pPr>
              <a:spcBef>
                <a:spcPts val="300"/>
              </a:spcBef>
              <a:defRPr sz="1250">
                <a:solidFill>
                  <a:srgbClr val="0F172A"/>
                </a:solidFill>
              </a:defRPr>
            </a:pPr>
            <a:r>
              <a:t>生成式 AI 假新聞往往文風工整。為防範純 LLM 給出高分誤判，系統建立非對稱安全鉗位：一旦檢索判定為已知謠言，立即強制啟動評分上限鉗位 (Score Clamping)！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4919472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38144"/>
            <a:ext cx="466344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074920"/>
            <a:ext cx="4919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E123C"/>
                </a:solidFill>
              </a:defRPr>
            </a:pPr>
            <a:r>
              <a:t>▸ 核心保證：若為已證實之假訊息，評分上限強制鎖定於 S ≤ 25，模型絕不可能翻案！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44168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123C"/>
                </a:solidFill>
              </a:defRPr>
            </a:pPr>
            <a:r>
              <a:t>Tier 1: 高信心確定造假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條件: sim ≥ 0.85 且 inaccurate ｜ 處分: S_final = min(S_fused, 25.0)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強制鎖定為【嚴重可疑造假】，分數上限 25 分，絕不妥協。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44952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Tier 2: 中高信心謠言比對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條件: 0.72 ≤ sim &lt; 0.85 且 inaccurate ｜ 處分: S_final = min(S_fused, 50.0)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鎖定為【存疑警告】，分數上限 50 分，強制標記風險。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55464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965192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Tier 3: 部分不實或爭議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條件: status ∈ {partial} ｜ 處分: S_final = min(S_fused, 55.0)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鎖定為【部分真實/爭議】，分數上限 55 分，提醒讀者注意細節。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LOCAL AUXILIARY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本地輔助 LLM 部署：嚴格 JSON 文法約束與觀點提煉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🤖 模型定位與文法約束解碼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▸ 模型架構：Gemma-4-12B (Q4_K_M 4-bit 量化)，專職「觀點萃取與正反論述整理」，不做孤立裁判。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▸ 痛點修復：早期自由文本生成有 15~20% 機率夾帶 Markdown、思考標籤 (&lt;thought&gt;) 或客套對話，導致 JSON 解析失敗。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▸ 文法約束 (Grammar-Constrained Decoding)：設定 format:json 與 think:false，在 Token 解碼層直接遮罩非法語法，達成 100% (100/100) 完美解析率！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▸ 穩定資源：顯存佔用穩定於 9.2 GB VRAM，單卡 RTX 2080 Ti 即可順暢運作。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📋 嚴格 JSON 結構化輸出綱要 (Schema)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強制輸出四大標準鍵值 (Key-Value)，供前端 UI 即時渲染：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t>• key_points (Array&lt;string&gt;): 文章核心宣稱與爭議點列表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t>• viewpoints (string): 第三方權威正反平衡立場 (≤80字)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t>• credibility_score (integer): 語意邏輯可信度評分 (0-100)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t>• analysis (string): 簡要事實查核判定摘要 (≤100字)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CLIENT-SIDE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客戶端擴充套件實現：Chrome Manifest V3 與無感互動體驗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t>🧩 Chrome MV3 架構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遵循最新 Google Chrome Manifest V3 規範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Service Worker 背景調度，資源開銷極低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支援 Facebook News Feed、LINE Web、X (Twitter)、新聞網站等多平台 DOM 自動解析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本地 Loopback (127.0.0.1:5000) 通訊，無跨域網路風險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👀 MutationObserver 監聽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針對無限滾動 (Infinite Scroll) 社群資訊流最佳化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當貼文節點進入 Viewport 視野時自動捕捉標題、內文與發布來源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非同步背景批次分發，不卡頓使用者日常滑動體驗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自動過濾廣告與無關 UI 節點，精準鎖定文章主體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5257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🏷️ 懸浮可互動徽章 UI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在貼文右上角注入輕量評分徽章：</a:t>
            </a:r>
            <a:br/>
            <a:r>
              <a:t>  🔴 紅色: 高度疑似假新聞 (0-39分)</a:t>
            </a:r>
            <a:br/>
            <a:r>
              <a:t>  🟡 黃色: 存疑/部分不實 (40-69分)</a:t>
            </a:r>
            <a:br/>
            <a:r>
              <a:t>  🟢 綠色: 權威可信來源 (70-100分)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點擊即時彈出事實查核詳情面板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▸ 顯示 IFCN 原始查證報告連結、核心摘要與正反多方觀點對照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EVALUATION: LATENCY &amp;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實驗評估一：多層延遲量測與消費級硬體實測效能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t>1.48 ms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SBERT 查核檢索延遲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CPU 記憶體映射檢索，近乎零延遲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t>46.7 tok/s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Gemma-4-12B 生成速度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首字延遲 TTFT 僅 200 ms，極速輸出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t>9.2 GB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t>GPU 顯存峰值配置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RTX 2080 Ti 單卡即可順暢運行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63240"/>
          <a:ext cx="1109441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560320"/>
                <a:gridCol w="5059375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運算層級 / 評估指標 (Operational Tier)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實測數據 (Empirical Measurement)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架構特性與工程設計說明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SBERT 事實查核普查檢索 (Fast-Path)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1.48 ms (中位數 &lt; 2 ms)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CPU-Resident 常駐記憶體，命中即秒回，零 GPU 競爭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本地 LLM 首字延遲 (TTFT Proxy)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Ollama 本地守護進程預載權重，即時啟動 Token 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本地 LLM 生成吞吐量 (Throughput)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46.7 tok/s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4-bit Q4_K_M 量化加速，單次觀點分析 (~150 tok) 僅需 3.2 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JSON 文法解析遵循率 (Schema Compliance)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(100 / 100 次)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format:json 文法約束遮罩，徹底消除語法崩潰與標籤污染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端到端 /judge 完整響應 (Single-Pass)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3.5 秒 (含 DOM 與審計)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單卡 RTX 2080 Ti 顯存穩定留駐 9.2 GB，無系統交換記憶體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EVALUATION: 5-FOLD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實驗評估二：全庫 5 折交叉驗證與多級文字擾動抗壓測試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8252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59152"/>
                <a:gridCol w="2359152"/>
                <a:gridCol w="2359152"/>
                <a:gridCol w="2359152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門檻 θ_sim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Verbatim (原句無擾動)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Mild (輕度前綴擾動)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 (中度同義改寫)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Heavy (重度結構打亂)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θ = 0.55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95% ｜ Acc: 91% ｜ F1: 0.95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95% ｜ Acc: 89% ｜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95% ｜ Acc: 90% ｜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92% ｜ Acc: 89% ｜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θ = 0.65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75% ｜ Acc: 94% ｜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75% ｜ Acc: 92% ｜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73% ｜ Acc: 93% ｜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63% ｜ Acc: 92% ｜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★ θ = 0.72 ★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55.2% ｜ Acc: 95.3% ｜ F1: 0.974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54.0% ｜ Acc: 95.0% ｜ F1: 0.970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50.0% ｜ Acc: 95.4% ｜ F1: 0.975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39.0% ｜ Acc: 94.4% ｜ F1: 0.970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θ = 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27% ｜ Acc: 97% ｜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24% ｜ Acc: 96% ｜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20% ｜ Acc: 96% ｜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Cov: 8% ｜ Acc: 97% ｜ F1: 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94415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109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t>💡 交叉驗證核心發現與抗壓韌性分析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▸ 【黃金平衡點 θ_sim = 0.72】: 覆蓋率達 55.2%，準確率高達 95.3% (F1 = 0.974)，達成覆蓋率與精確度的最佳權衡。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▸ 【強韌抗擾動能力】: 在中度同義詞隨機替換與改寫下，準確率依然逆勢維持 95.4% (F1 = 0.975)，證實 SBERT 語意空間具備極佳泛化性。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▸ 【嚴格無洩漏測試】: 每一折測試集嚴格排除於候選庫外，無「自己查自己」之數據洩漏，Top-1 真實召回率高達 99.9%。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PARADIGM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實驗評估三：四大技術範式橫向綜合基準對比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4415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615"/>
                <a:gridCol w="1645920"/>
                <a:gridCol w="1645920"/>
                <a:gridCol w="1645920"/>
                <a:gridCol w="1645920"/>
                <a:gridCol w="2103120"/>
              </a:tblGrid>
              <a:tr h="584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評估維度 / 特徵指標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多數類別基準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傳統特徵 (TF-IDF)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純網域 (NewsGuard)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純 Zero-Shot LLM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NewsAnalyzer (提議)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查核準確率 (Accuracy)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88.4% (虛高)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52.1%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78.4%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★ 95.3% ★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綜合 F1-Score 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★ 0.974 ★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社群 Feed 動態貼文支援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部分支援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徹底失效 (同網域)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完美支援 (DOM級)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時效性與動態更新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靜態資料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靜態模型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靜態清單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知識截止盲區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動態普查大盤庫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抗文風偽裝欺騙能力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低 (易被改寫)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易被客觀語氣騙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高 (實證錨定)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可追溯查核依據 (Audit)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僅 Hostname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存在幻覺風險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IFCN/Cofacts 連結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推論響應延遲 (Latency)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3.5 ~ 8.0 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⚡ 1.48 ms (快速通道)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資料外洩與隱私 (Privacy)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零外洩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零外洩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僅查詢網域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雲端 API 高風險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🔒 零外洩 (本地端)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實測案例演示：真實內容農場文章端到端攻防驗證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t>🌐 實測農場 URL 攻防流程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測試案例：真實健康詐騙農場文章 (https://www.pco.tw/news/html/?276.html)，宣稱特定草藥可治癒慢性病。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步驟一 (DOM 攔截)：擴充套件自動抓取文章標題與 1,200 字內文，送往 POST /judge。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步驟二 (SBERT 檢索)：查核庫無完全對應之歷史紀錄 (sim &lt; 0.72)，回傳 not_found。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步驟三 (Metadata 引擎啟動)：</a:t>
            </a:r>
            <a:br/>
            <a:r>
              <a:t>  - pco.tw 命中在地內容農場黑名單</a:t>
            </a:r>
            <a:br/>
            <a:r>
              <a:t>  - 偵測到誇大養生用詞與極端情緒張力</a:t>
            </a:r>
            <a:br/>
            <a:r>
              <a:t>  - HTTP 基礎規則分數大幅扣分 (S_base = 12.5)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t>🚨 最終判定與觀點萃取結果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步驟四 (本地 Gemma 輔助萃取)：</a:t>
            </a:r>
            <a:br/>
            <a:r>
              <a:t>  - 成功萃取核心爭議點 (誇大療效)</a:t>
            </a:r>
            <a:br/>
            <a:r>
              <a:t>  - 提供正規醫學反向觀點 (viewpoints &lt;=80字)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步驟五 (動態融合計算)：</a:t>
            </a:r>
            <a:br/>
            <a:r>
              <a:t>  - 查核未收錄，指派 w_fusion = 0.60</a:t>
            </a:r>
            <a:br/>
            <a:r>
              <a:t>  - 融合評分：S_fused = 0.40*(12.5) + 0.60*(18.0) = 15.8 分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最終裁定結果：【高度疑似造假】(Score: 15.9 / 100)</a:t>
            </a:r>
            <a:br/>
            <a:r>
              <a:t>  - 前端徽章即時亮起紅燈警告</a:t>
            </a:r>
            <a:br/>
            <a:r>
              <a:t>  - 成功示範在「未收錄」情況下，多訊號 Metadata 依然具備精準防禦能力！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t>DISCUSSION &amp;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研究局限與討論：繁簡跨域語意轉移挑戰與種子庫邊界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t>📉 繁簡跨語系實測落差 (Transfer Gap)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跨域基準測試：將本系統以台灣 Cofacts 訓練之 SBERT 索引，直接評估中國簡體中文 WSDM 2019 假新聞數據集。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實測結果：檢索準確率從 100% 劇降至 55.3%。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核心原因解構：</a:t>
            </a:r>
            <a:br/>
            <a:r>
              <a:t>  1. 詞彙與在地命名差異 (例: 台灣「健保/食藥署/外送員」vs 大陸「醫保/市監局/外賣小哥」)</a:t>
            </a:r>
            <a:br/>
            <a:r>
              <a:t>  2. 政治與社會時事背景完全不同</a:t>
            </a:r>
            <a:br/>
            <a:r>
              <a:t>  3. 句式文法與流行 slang 存在明顯語義空間偏移 (Domain Shift)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t>💡 學術啟示與系統建構原則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「一體適用 (One-size-fits-all)」的假新聞模型並不存在：</a:t>
            </a:r>
            <a:br/>
            <a:r>
              <a:t>  假新聞本質上高度依賴「在地社會脈絡與文化語境」。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在地化種子庫 (Localized Seed Corpus) 的必要性：</a:t>
            </a:r>
            <a:br/>
            <a:r>
              <a:t>  事實查核系統必須與目標區域的公民查核組織深度綁定，定期同步在地事實資料庫。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▸ 啟動延遲最佳化 (Cold-Start Optimization)：</a:t>
            </a:r>
            <a:br/>
            <a:r>
              <a:t>  早期 SBERT 載入需 108 秒，透過靜態記憶體映射 (mmap) 技術將常駐啟動時間降至秒級。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22960"/>
            <a:ext cx="101800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結論：以實證普查與多訊號融合重塑事實查核防線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NewsAnalyzer 證實了「大盤普查 + Metadata 融合」是解決社群假新聞最具可靠性與隱私保障的架構路徑。在 2,292 筆真實查核樣本下達成 95.3% 準確率與 1.48 ms 極速響應，徹底打破純 LLM 暴力判斷的幻覺瓶頸。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🎬 1. 多模態跨媒介偵測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擴展至修圖長輩圖、DeepFake 短影音與社群資訊卡截圖的 OCR 與多模態比對。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🔄 2. 跨機構聯合 API 普查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聯合 TFC、MyGoPen、Cofacts 建立自動化增量同步管道，維持實時大盤更新。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3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🌐 3. 開源推廣與生態適配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支援 Firefox / Safari 多瀏覽器生態，並開放社群 API 供在地公民科技使用。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01800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4D399"/>
                </a:solidFill>
              </a:defRPr>
            </a:pPr>
            <a:r>
              <a:t>🔗 完整開源專案與測試資料集：https://github.com/min20120907/NewsAnalyzer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感謝各位評審與先進聆聽 · 敬請指教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